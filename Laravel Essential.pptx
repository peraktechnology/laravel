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77" r:id="rId3"/>
    <p:sldId id="278" r:id="rId4"/>
    <p:sldId id="257" r:id="rId5"/>
    <p:sldId id="25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9" r:id="rId14"/>
    <p:sldId id="291" r:id="rId15"/>
    <p:sldId id="290" r:id="rId16"/>
    <p:sldId id="288" r:id="rId17"/>
    <p:sldId id="287" r:id="rId18"/>
    <p:sldId id="27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784" y="-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9046C-84B7-4047-BA2E-B0333C727CA0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C4902-2DC4-4CB3-A0AA-8F49AE7E9F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4641-DB92-4816-AC0F-FCAE07F9B854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19DED-6E8D-4D0E-A5A5-A88BF0E44F9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4641-DB92-4816-AC0F-FCAE07F9B854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19DED-6E8D-4D0E-A5A5-A88BF0E44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4641-DB92-4816-AC0F-FCAE07F9B854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19DED-6E8D-4D0E-A5A5-A88BF0E44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4641-DB92-4816-AC0F-FCAE07F9B854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19DED-6E8D-4D0E-A5A5-A88BF0E44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4641-DB92-4816-AC0F-FCAE07F9B854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19DED-6E8D-4D0E-A5A5-A88BF0E44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4641-DB92-4816-AC0F-FCAE07F9B854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19DED-6E8D-4D0E-A5A5-A88BF0E44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4641-DB92-4816-AC0F-FCAE07F9B854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19DED-6E8D-4D0E-A5A5-A88BF0E44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4641-DB92-4816-AC0F-FCAE07F9B854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19DED-6E8D-4D0E-A5A5-A88BF0E44F9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F98B4641-DB92-4816-AC0F-FCAE07F9B854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0F519DED-6E8D-4D0E-A5A5-A88BF0E44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4641-DB92-4816-AC0F-FCAE07F9B854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19DED-6E8D-4D0E-A5A5-A88BF0E44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4641-DB92-4816-AC0F-FCAE07F9B854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19DED-6E8D-4D0E-A5A5-A88BF0E44F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F98B4641-DB92-4816-AC0F-FCAE07F9B854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0F519DED-6E8D-4D0E-A5A5-A88BF0E44F9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Perak Technology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8035972" y="214290"/>
            <a:ext cx="893746" cy="8937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gon.org/download/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rojectname.test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eraktechnology/larave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erak Technolo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77800"/>
            <a:ext cx="6502400" cy="6502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14362" y="3970226"/>
            <a:ext cx="8077200" cy="16733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Laravel</a:t>
            </a:r>
            <a:r>
              <a:rPr lang="en-US" dirty="0" smtClean="0"/>
              <a:t> Essentials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600" dirty="0" err="1" smtClean="0">
                <a:solidFill>
                  <a:schemeClr val="tx1"/>
                </a:solidFill>
              </a:rPr>
              <a:t>Elania</a:t>
            </a:r>
            <a:r>
              <a:rPr lang="en-US" sz="3600" dirty="0" smtClean="0">
                <a:solidFill>
                  <a:schemeClr val="tx1"/>
                </a:solidFill>
              </a:rPr>
              <a:t> Resources</a:t>
            </a:r>
            <a:br>
              <a:rPr lang="en-US" sz="3600" dirty="0" smtClean="0">
                <a:solidFill>
                  <a:schemeClr val="tx1"/>
                </a:solidFill>
              </a:rPr>
            </a:br>
            <a:r>
              <a:rPr lang="en-US" sz="3600" dirty="0" smtClean="0">
                <a:solidFill>
                  <a:schemeClr val="tx1"/>
                </a:solidFill>
              </a:rPr>
              <a:t>2</a:t>
            </a:r>
            <a:r>
              <a:rPr lang="en-US" sz="3600" baseline="30000" dirty="0" smtClean="0">
                <a:solidFill>
                  <a:schemeClr val="tx1"/>
                </a:solidFill>
              </a:rPr>
              <a:t>nd</a:t>
            </a:r>
            <a:r>
              <a:rPr lang="en-US" sz="3600" dirty="0" smtClean="0">
                <a:solidFill>
                  <a:schemeClr val="tx1"/>
                </a:solidFill>
              </a:rPr>
              <a:t> July</a:t>
            </a:r>
            <a:r>
              <a:rPr lang="en-US" sz="3600" dirty="0" smtClean="0">
                <a:solidFill>
                  <a:schemeClr val="tx1"/>
                </a:solidFill>
              </a:rPr>
              <a:t> 2020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14282" y="2443178"/>
            <a:ext cx="8643998" cy="1499616"/>
          </a:xfrm>
        </p:spPr>
        <p:txBody>
          <a:bodyPr>
            <a:noAutofit/>
          </a:bodyPr>
          <a:lstStyle/>
          <a:p>
            <a:pPr algn="ctr"/>
            <a:r>
              <a:rPr lang="en-US" sz="4800" b="1" smtClean="0"/>
              <a:t>Perak Technology Academy</a:t>
            </a:r>
            <a:endParaRPr lang="en-US" sz="4800" b="1" dirty="0"/>
          </a:p>
        </p:txBody>
      </p:sp>
      <p:pic>
        <p:nvPicPr>
          <p:cNvPr id="6" name="Picture 5" descr="Perak Technolog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57554" y="900106"/>
            <a:ext cx="2286000" cy="2286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mtClean="0"/>
              <a:t>Elania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Bumiputera</a:t>
            </a:r>
            <a:r>
              <a:rPr lang="en-US" dirty="0" smtClean="0"/>
              <a:t> company that provides services to develop mobile apps, websites, web applications and e-commerce</a:t>
            </a:r>
          </a:p>
          <a:p>
            <a:r>
              <a:rPr lang="en-MY" dirty="0" smtClean="0"/>
              <a:t>Established on March 4th, 2015</a:t>
            </a:r>
            <a:endParaRPr lang="en-US" dirty="0" smtClean="0"/>
          </a:p>
          <a:p>
            <a:r>
              <a:rPr lang="en-MY" dirty="0" smtClean="0"/>
              <a:t>Founded by 2 </a:t>
            </a:r>
            <a:r>
              <a:rPr lang="en-MY" dirty="0" smtClean="0"/>
              <a:t>persons </a:t>
            </a:r>
            <a:r>
              <a:rPr lang="en-MY" dirty="0" smtClean="0"/>
              <a:t>who passionate in ICT and technology field.</a:t>
            </a:r>
          </a:p>
          <a:p>
            <a:r>
              <a:rPr lang="en-MY" dirty="0" smtClean="0"/>
              <a:t>Created Perak Technology to boost ICT and technology industries in </a:t>
            </a:r>
            <a:r>
              <a:rPr lang="en-MY" dirty="0" smtClean="0"/>
              <a:t>Perak.</a:t>
            </a:r>
          </a:p>
          <a:p>
            <a:r>
              <a:rPr lang="en-MY" dirty="0" smtClean="0"/>
              <a:t>Link</a:t>
            </a:r>
            <a:r>
              <a:rPr lang="en-MY" dirty="0" smtClean="0"/>
              <a:t>: https://elaniaresources.com</a:t>
            </a:r>
            <a:endParaRPr lang="en-MY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P3R4K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Professional Principal Provider Refinement For Knowledge (P3R4K)</a:t>
            </a:r>
          </a:p>
          <a:p>
            <a:r>
              <a:rPr lang="en-US" dirty="0" err="1" smtClean="0"/>
              <a:t>Penyempurnaan</a:t>
            </a:r>
            <a:r>
              <a:rPr lang="en-US" dirty="0" smtClean="0"/>
              <a:t> </a:t>
            </a:r>
            <a:r>
              <a:rPr lang="en-US" dirty="0" err="1" smtClean="0"/>
              <a:t>Penyedia</a:t>
            </a:r>
            <a:r>
              <a:rPr lang="en-US" dirty="0" smtClean="0"/>
              <a:t> </a:t>
            </a:r>
            <a:r>
              <a:rPr lang="en-US" dirty="0" err="1" smtClean="0"/>
              <a:t>Utama</a:t>
            </a:r>
            <a:r>
              <a:rPr lang="en-US" dirty="0" smtClean="0"/>
              <a:t> </a:t>
            </a:r>
            <a:r>
              <a:rPr lang="en-US" dirty="0" err="1" smtClean="0"/>
              <a:t>Profesional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Pengetahuan</a:t>
            </a:r>
            <a:endParaRPr lang="en-US" dirty="0" smtClean="0"/>
          </a:p>
          <a:p>
            <a:r>
              <a:rPr lang="en-US" dirty="0" smtClean="0"/>
              <a:t>ICT Community created </a:t>
            </a:r>
            <a:r>
              <a:rPr lang="en-US" dirty="0" smtClean="0"/>
              <a:t>b</a:t>
            </a:r>
            <a:r>
              <a:rPr lang="en-US" dirty="0" smtClean="0"/>
              <a:t>y </a:t>
            </a:r>
            <a:r>
              <a:rPr lang="en-US" dirty="0" err="1" smtClean="0"/>
              <a:t>Elania</a:t>
            </a:r>
            <a:r>
              <a:rPr lang="en-US" dirty="0" smtClean="0"/>
              <a:t> </a:t>
            </a:r>
            <a:r>
              <a:rPr lang="en-US" dirty="0" smtClean="0"/>
              <a:t>Resources </a:t>
            </a:r>
            <a:r>
              <a:rPr lang="en-US" dirty="0" smtClean="0"/>
              <a:t>on 2016 by the name of Perak Technology</a:t>
            </a:r>
            <a:endParaRPr lang="en-MY" dirty="0" smtClean="0"/>
          </a:p>
          <a:p>
            <a:r>
              <a:rPr lang="en-MY" dirty="0" smtClean="0"/>
              <a:t>Link: https://peraktechnology.com</a:t>
            </a:r>
          </a:p>
          <a:p>
            <a:r>
              <a:rPr lang="en-MY" dirty="0" smtClean="0"/>
              <a:t>Community: https://t.me/peraktechnology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Laravel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/>
              <a:t>Laravel</a:t>
            </a:r>
            <a:r>
              <a:rPr lang="en-US" sz="2800" dirty="0" smtClean="0"/>
              <a:t> is a free, open-source PHP web </a:t>
            </a:r>
            <a:r>
              <a:rPr lang="en-US" sz="2800" dirty="0" smtClean="0"/>
              <a:t>framework</a:t>
            </a:r>
          </a:p>
          <a:p>
            <a:r>
              <a:rPr lang="en-US" sz="2800" dirty="0" smtClean="0"/>
              <a:t>Created </a:t>
            </a:r>
            <a:r>
              <a:rPr lang="en-US" sz="2800" dirty="0" smtClean="0"/>
              <a:t>by Taylor </a:t>
            </a:r>
            <a:r>
              <a:rPr lang="en-US" sz="2800" dirty="0" err="1" smtClean="0"/>
              <a:t>Otwell</a:t>
            </a:r>
            <a:r>
              <a:rPr lang="en-US" sz="2800" dirty="0" smtClean="0"/>
              <a:t> </a:t>
            </a:r>
            <a:endParaRPr lang="en-US" sz="2800" dirty="0" smtClean="0"/>
          </a:p>
          <a:p>
            <a:r>
              <a:rPr lang="en-US" sz="2800" dirty="0" smtClean="0"/>
              <a:t>For the </a:t>
            </a:r>
            <a:r>
              <a:rPr lang="en-US" sz="2800" dirty="0" smtClean="0"/>
              <a:t>development of web applications </a:t>
            </a:r>
            <a:endParaRPr lang="en-US" sz="2800" dirty="0" smtClean="0"/>
          </a:p>
          <a:p>
            <a:r>
              <a:rPr lang="en-US" sz="2800" dirty="0" smtClean="0"/>
              <a:t>Following </a:t>
            </a:r>
            <a:r>
              <a:rPr lang="en-US" sz="2800" dirty="0" smtClean="0"/>
              <a:t>the model–view–controller (MVC) architectural </a:t>
            </a:r>
            <a:r>
              <a:rPr lang="en-US" sz="2800" dirty="0" smtClean="0"/>
              <a:t>pattern</a:t>
            </a:r>
          </a:p>
          <a:p>
            <a:r>
              <a:rPr lang="en-US" sz="2800" dirty="0" smtClean="0"/>
              <a:t>Based </a:t>
            </a:r>
            <a:r>
              <a:rPr lang="en-US" sz="2800" dirty="0" smtClean="0"/>
              <a:t>on </a:t>
            </a:r>
            <a:r>
              <a:rPr lang="en-US" sz="2800" dirty="0" err="1" smtClean="0"/>
              <a:t>Symfony</a:t>
            </a:r>
            <a:r>
              <a:rPr lang="en-US" sz="2800" dirty="0" smtClean="0"/>
              <a:t>. </a:t>
            </a:r>
            <a:endParaRPr lang="en-US" sz="2800" dirty="0" smtClean="0"/>
          </a:p>
          <a:p>
            <a:r>
              <a:rPr lang="en-US" sz="2800" dirty="0" smtClean="0"/>
              <a:t>Modular </a:t>
            </a:r>
            <a:r>
              <a:rPr lang="en-US" sz="2800" dirty="0" smtClean="0"/>
              <a:t>packaging system with a dedicated dependency </a:t>
            </a:r>
            <a:r>
              <a:rPr lang="en-US" sz="2800" dirty="0" smtClean="0"/>
              <a:t>manager</a:t>
            </a:r>
          </a:p>
          <a:p>
            <a:r>
              <a:rPr lang="en-MY" dirty="0" smtClean="0"/>
              <a:t>Link: </a:t>
            </a:r>
            <a:r>
              <a:rPr lang="en-US" dirty="0" smtClean="0"/>
              <a:t>https://</a:t>
            </a:r>
            <a:r>
              <a:rPr lang="en-US" dirty="0" smtClean="0"/>
              <a:t>laravel.com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MVC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Model-View-Controller </a:t>
            </a:r>
            <a:r>
              <a:rPr lang="en-US" dirty="0" smtClean="0"/>
              <a:t>(</a:t>
            </a:r>
            <a:r>
              <a:rPr lang="en-US" dirty="0" smtClean="0"/>
              <a:t>MVC)</a:t>
            </a:r>
          </a:p>
          <a:p>
            <a:r>
              <a:rPr lang="en-US" dirty="0" smtClean="0"/>
              <a:t>S</a:t>
            </a:r>
            <a:r>
              <a:rPr lang="en-US" dirty="0" smtClean="0"/>
              <a:t>eparates </a:t>
            </a:r>
            <a:r>
              <a:rPr lang="en-US" dirty="0" smtClean="0"/>
              <a:t>an application into three main logical </a:t>
            </a:r>
            <a:r>
              <a:rPr lang="en-US" dirty="0" smtClean="0"/>
              <a:t>components:</a:t>
            </a:r>
          </a:p>
          <a:p>
            <a:pPr lvl="1"/>
            <a:r>
              <a:rPr lang="en-US" dirty="0" smtClean="0"/>
              <a:t>Model – Database </a:t>
            </a:r>
          </a:p>
          <a:p>
            <a:pPr lvl="1"/>
            <a:r>
              <a:rPr lang="en-US" dirty="0" smtClean="0"/>
              <a:t>View – User Interface</a:t>
            </a:r>
          </a:p>
          <a:p>
            <a:pPr lvl="1"/>
            <a:r>
              <a:rPr lang="en-US" dirty="0" smtClean="0"/>
              <a:t>Controller – Processing </a:t>
            </a:r>
          </a:p>
          <a:p>
            <a:r>
              <a:rPr lang="en-US" dirty="0" smtClean="0"/>
              <a:t>Each components </a:t>
            </a:r>
            <a:r>
              <a:rPr lang="en-US" dirty="0" smtClean="0"/>
              <a:t>built to handle specific development aspects of an application. </a:t>
            </a:r>
            <a:endParaRPr lang="en-US" dirty="0" smtClean="0"/>
          </a:p>
          <a:p>
            <a:r>
              <a:rPr lang="en-US" dirty="0" smtClean="0"/>
              <a:t>Industry-standard </a:t>
            </a:r>
            <a:r>
              <a:rPr lang="en-US" dirty="0" smtClean="0"/>
              <a:t>web development </a:t>
            </a:r>
            <a:r>
              <a:rPr lang="en-US" dirty="0" smtClean="0"/>
              <a:t>framework</a:t>
            </a:r>
          </a:p>
          <a:p>
            <a:r>
              <a:rPr lang="en-US" dirty="0" smtClean="0"/>
              <a:t>Create </a:t>
            </a:r>
            <a:r>
              <a:rPr lang="en-US" dirty="0" smtClean="0"/>
              <a:t>scalable and extensible projects.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Laravel</a:t>
            </a:r>
            <a:r>
              <a:rPr lang="en-US" dirty="0" smtClean="0"/>
              <a:t>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 smtClean="0"/>
              <a:t>Install Visual </a:t>
            </a:r>
            <a:r>
              <a:rPr lang="en-MY" dirty="0" err="1" smtClean="0"/>
              <a:t>Studo</a:t>
            </a:r>
            <a:r>
              <a:rPr lang="en-MY" dirty="0" smtClean="0"/>
              <a:t> Code</a:t>
            </a:r>
          </a:p>
          <a:p>
            <a:pPr lvl="1"/>
            <a:r>
              <a:rPr lang="en-US" dirty="0" smtClean="0">
                <a:hlinkClick r:id="rId2"/>
              </a:rPr>
              <a:t>https://code.visualstudio.com/</a:t>
            </a:r>
            <a:endParaRPr lang="en-US" dirty="0" smtClean="0"/>
          </a:p>
          <a:p>
            <a:r>
              <a:rPr lang="en-US" dirty="0" smtClean="0"/>
              <a:t>Install </a:t>
            </a:r>
            <a:r>
              <a:rPr lang="en-US" dirty="0" err="1" smtClean="0"/>
              <a:t>Laragon</a:t>
            </a:r>
            <a:endParaRPr lang="en-US" dirty="0" smtClean="0"/>
          </a:p>
          <a:p>
            <a:pPr lvl="1"/>
            <a:r>
              <a:rPr lang="en-US" dirty="0" smtClean="0">
                <a:hlinkClick r:id="rId3"/>
              </a:rPr>
              <a:t>https://laragon.org/download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r>
              <a:rPr lang="en-MY" dirty="0" smtClean="0"/>
              <a:t>Start </a:t>
            </a:r>
            <a:r>
              <a:rPr lang="en-MY" dirty="0" err="1" smtClean="0"/>
              <a:t>Laragon</a:t>
            </a:r>
            <a:endParaRPr lang="en-MY" dirty="0" smtClean="0"/>
          </a:p>
          <a:p>
            <a:r>
              <a:rPr lang="en-MY" dirty="0" smtClean="0"/>
              <a:t>Quick App &gt; </a:t>
            </a:r>
            <a:r>
              <a:rPr lang="en-MY" dirty="0" err="1" smtClean="0"/>
              <a:t>Laravel</a:t>
            </a:r>
            <a:endParaRPr lang="en-MY" dirty="0" smtClean="0"/>
          </a:p>
          <a:p>
            <a:r>
              <a:rPr lang="en-MY" dirty="0" smtClean="0"/>
              <a:t>Add Project Name</a:t>
            </a:r>
          </a:p>
          <a:p>
            <a:r>
              <a:rPr lang="en-MY" dirty="0" smtClean="0"/>
              <a:t>Open </a:t>
            </a:r>
            <a:r>
              <a:rPr lang="en-MY" dirty="0" smtClean="0">
                <a:hlinkClick r:id="rId4"/>
              </a:rPr>
              <a:t>http://projectname.test</a:t>
            </a:r>
            <a:r>
              <a:rPr lang="en-MY" dirty="0" smtClean="0"/>
              <a:t> in Chrome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Configure Composer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 smtClean="0"/>
              <a:t>Control Panel &gt; System and Security &gt; System &gt; Advanced </a:t>
            </a:r>
            <a:r>
              <a:rPr lang="en-MY" dirty="0" smtClean="0"/>
              <a:t>s</a:t>
            </a:r>
            <a:r>
              <a:rPr lang="en-MY" dirty="0" smtClean="0"/>
              <a:t>ystem settings</a:t>
            </a:r>
          </a:p>
          <a:p>
            <a:r>
              <a:rPr lang="en-MY" dirty="0" smtClean="0"/>
              <a:t>Advanced Tab &gt; Environment Variables</a:t>
            </a:r>
          </a:p>
          <a:p>
            <a:r>
              <a:rPr lang="en-MY" dirty="0" smtClean="0"/>
              <a:t>Select Path &gt; Edit &gt; New</a:t>
            </a:r>
          </a:p>
          <a:p>
            <a:r>
              <a:rPr lang="en-MY" dirty="0" smtClean="0"/>
              <a:t>Add the path below:</a:t>
            </a:r>
          </a:p>
          <a:p>
            <a:pPr lvl="1"/>
            <a:r>
              <a:rPr lang="en-US" dirty="0" smtClean="0"/>
              <a:t>C:\Laragon\bin\composer</a:t>
            </a:r>
          </a:p>
          <a:p>
            <a:pPr lvl="1"/>
            <a:r>
              <a:rPr lang="en-US" dirty="0" smtClean="0"/>
              <a:t>C:\</a:t>
            </a:r>
            <a:r>
              <a:rPr lang="en-US" dirty="0" smtClean="0"/>
              <a:t>Laragon\bin\php\php-7.2.19-Win32-VC15-x64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Create New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 smtClean="0"/>
              <a:t>composer require </a:t>
            </a:r>
            <a:r>
              <a:rPr lang="en-MY" dirty="0" err="1" smtClean="0"/>
              <a:t>laravel</a:t>
            </a:r>
            <a:r>
              <a:rPr lang="en-MY" dirty="0" smtClean="0"/>
              <a:t>/</a:t>
            </a:r>
            <a:r>
              <a:rPr lang="en-MY" dirty="0" err="1" smtClean="0"/>
              <a:t>ui</a:t>
            </a:r>
            <a:endParaRPr lang="en-MY" dirty="0" smtClean="0"/>
          </a:p>
          <a:p>
            <a:r>
              <a:rPr lang="en-MY" dirty="0" err="1" smtClean="0"/>
              <a:t>php</a:t>
            </a:r>
            <a:r>
              <a:rPr lang="en-MY" dirty="0" smtClean="0"/>
              <a:t> artisan </a:t>
            </a:r>
            <a:r>
              <a:rPr lang="en-MY" dirty="0" err="1" smtClean="0"/>
              <a:t>ui</a:t>
            </a:r>
            <a:r>
              <a:rPr lang="en-MY" dirty="0" smtClean="0"/>
              <a:t> </a:t>
            </a:r>
            <a:r>
              <a:rPr lang="en-MY" dirty="0" smtClean="0"/>
              <a:t>bootstrap</a:t>
            </a:r>
          </a:p>
          <a:p>
            <a:r>
              <a:rPr lang="en-MY" dirty="0" err="1" smtClean="0"/>
              <a:t>n</a:t>
            </a:r>
            <a:r>
              <a:rPr lang="en-MY" dirty="0" err="1" smtClean="0"/>
              <a:t>pm</a:t>
            </a:r>
            <a:r>
              <a:rPr lang="en-MY" dirty="0" smtClean="0"/>
              <a:t> install</a:t>
            </a:r>
            <a:endParaRPr lang="en-MY" dirty="0" smtClean="0"/>
          </a:p>
          <a:p>
            <a:r>
              <a:rPr lang="en-MY" dirty="0" err="1" smtClean="0"/>
              <a:t>npm</a:t>
            </a:r>
            <a:r>
              <a:rPr lang="en-MY" dirty="0" smtClean="0"/>
              <a:t> run </a:t>
            </a:r>
            <a:r>
              <a:rPr lang="en-MY" dirty="0" smtClean="0"/>
              <a:t>dev</a:t>
            </a:r>
          </a:p>
          <a:p>
            <a:r>
              <a:rPr lang="en-MY" dirty="0" err="1" smtClean="0"/>
              <a:t>php</a:t>
            </a:r>
            <a:r>
              <a:rPr lang="en-MY" dirty="0" smtClean="0"/>
              <a:t> artisan migrate</a:t>
            </a:r>
          </a:p>
          <a:p>
            <a:r>
              <a:rPr lang="en-US" dirty="0" err="1" smtClean="0"/>
              <a:t>php</a:t>
            </a:r>
            <a:r>
              <a:rPr lang="en-US" dirty="0" smtClean="0"/>
              <a:t> artisan </a:t>
            </a:r>
            <a:r>
              <a:rPr lang="en-US" dirty="0" err="1" smtClean="0"/>
              <a:t>make:model</a:t>
            </a:r>
            <a:r>
              <a:rPr lang="en-US" dirty="0" smtClean="0"/>
              <a:t> </a:t>
            </a:r>
            <a:r>
              <a:rPr lang="en-US" dirty="0" smtClean="0"/>
              <a:t>Project –</a:t>
            </a:r>
            <a:r>
              <a:rPr lang="en-US" dirty="0" err="1" smtClean="0"/>
              <a:t>mcr</a:t>
            </a:r>
            <a:endParaRPr lang="en-US" dirty="0" smtClean="0"/>
          </a:p>
          <a:p>
            <a:r>
              <a:rPr lang="en-MY" dirty="0" smtClean="0"/>
              <a:t>code c:\Laragon\www\projectname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err="1" smtClean="0"/>
              <a:t>Laravel</a:t>
            </a:r>
            <a:r>
              <a:rPr lang="en-MY" dirty="0" smtClean="0"/>
              <a:t>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 smtClean="0"/>
              <a:t>.</a:t>
            </a:r>
            <a:r>
              <a:rPr lang="en-MY" dirty="0" err="1" smtClean="0"/>
              <a:t>env</a:t>
            </a:r>
            <a:r>
              <a:rPr lang="en-MY" dirty="0" smtClean="0"/>
              <a:t> - Environment File</a:t>
            </a:r>
          </a:p>
          <a:p>
            <a:r>
              <a:rPr lang="en-MY" dirty="0" smtClean="0"/>
              <a:t>app/ - Model Files</a:t>
            </a:r>
          </a:p>
          <a:p>
            <a:r>
              <a:rPr lang="en-MY" dirty="0" smtClean="0"/>
              <a:t>app/Http/Controllers - Controller Files</a:t>
            </a:r>
          </a:p>
          <a:p>
            <a:r>
              <a:rPr lang="en-MY" dirty="0" smtClean="0"/>
              <a:t>database/migrations - Migration Files</a:t>
            </a:r>
          </a:p>
          <a:p>
            <a:r>
              <a:rPr lang="en-MY" dirty="0" smtClean="0"/>
              <a:t>resources/views/ - View Files</a:t>
            </a:r>
          </a:p>
          <a:p>
            <a:r>
              <a:rPr lang="en-MY" dirty="0" smtClean="0"/>
              <a:t>routes/ - Route Files</a:t>
            </a:r>
          </a:p>
          <a:p>
            <a:r>
              <a:rPr lang="en-MY" dirty="0" err="1" smtClean="0"/>
              <a:t>config</a:t>
            </a:r>
            <a:r>
              <a:rPr lang="en-MY" dirty="0" smtClean="0"/>
              <a:t>/ - Configuration Files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Create Migration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 smtClean="0"/>
              <a:t>Edit [</a:t>
            </a:r>
            <a:r>
              <a:rPr lang="en-MY" dirty="0" smtClean="0"/>
              <a:t>timestamp]create_projects_table.php</a:t>
            </a:r>
          </a:p>
          <a:p>
            <a:pPr>
              <a:buNone/>
            </a:pPr>
            <a:endParaRPr lang="en-MY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 function up()</a:t>
            </a: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    Schema::create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('projects',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 function (Blueprint $table) {</a:t>
            </a: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       $table-&gt;id();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     $table-&gt;string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('name');</a:t>
            </a:r>
            <a:endParaRPr lang="en-US" sz="16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     $table-&gt;string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('email');</a:t>
            </a:r>
            <a:endParaRPr lang="en-US" sz="16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     $table-&gt;integer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('age');</a:t>
            </a:r>
            <a:endParaRPr lang="en-US" sz="16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        $table-&gt;timestamps();</a:t>
            </a: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    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});</a:t>
            </a: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Modify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 smtClean="0"/>
              <a:t>Edit  app\Project.php</a:t>
            </a:r>
          </a:p>
          <a:p>
            <a:pPr>
              <a:buNone/>
            </a:pPr>
            <a:endParaRPr lang="en-MY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 Project extends Model</a:t>
            </a: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    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protected $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fillable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= 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['name',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'email',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'age'];</a:t>
            </a:r>
            <a:endParaRPr lang="en-US" sz="16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MY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Modify 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 smtClean="0"/>
              <a:t>Update Function index()</a:t>
            </a:r>
          </a:p>
          <a:p>
            <a:endParaRPr lang="en-MY" sz="1600" dirty="0" smtClean="0"/>
          </a:p>
          <a:p>
            <a:pPr>
              <a:buNone/>
            </a:pP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public function 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index() 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{ </a:t>
            </a:r>
            <a:endParaRPr lang="en-US" sz="17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$projects 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Project::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all(); </a:t>
            </a:r>
            <a:endParaRPr lang="en-US" sz="17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return view('projects/index', 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compact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('projects'));</a:t>
            </a:r>
          </a:p>
          <a:p>
            <a:pPr>
              <a:buNone/>
            </a:pP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MY" sz="16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MY" dirty="0" smtClean="0"/>
              <a:t>Update Function create</a:t>
            </a:r>
            <a:r>
              <a:rPr lang="en-MY" dirty="0" smtClean="0"/>
              <a:t>()</a:t>
            </a:r>
          </a:p>
          <a:p>
            <a:pPr>
              <a:buNone/>
            </a:pPr>
            <a:endParaRPr lang="en-MY" sz="1600" dirty="0" smtClean="0"/>
          </a:p>
          <a:p>
            <a:pPr>
              <a:buNone/>
            </a:pP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public function create() { </a:t>
            </a:r>
          </a:p>
          <a:p>
            <a:pPr>
              <a:buNone/>
            </a:pP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return view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('projects/create'); </a:t>
            </a:r>
            <a:endParaRPr lang="en-US" sz="17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MY" sz="16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Modify 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2800" dirty="0" smtClean="0"/>
              <a:t>Update Function store()</a:t>
            </a:r>
          </a:p>
          <a:p>
            <a:endParaRPr lang="en-MY" sz="1600" dirty="0" smtClean="0"/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public function store(Request $request) { 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$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validatedData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= $request-&gt;validate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([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'name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 =&gt; 'required|max:255',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'email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 =&gt; 'required',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'age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 =&gt; '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required|numeric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',]);</a:t>
            </a:r>
            <a:endParaRPr lang="en-US" sz="16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$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show = Project::create($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validatedData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   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return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redirect('/projects')-&gt;with('success', 'Data saved');</a:t>
            </a: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MY" sz="16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MY" sz="2800" dirty="0" smtClean="0"/>
              <a:t>Update Function edit()</a:t>
            </a:r>
          </a:p>
          <a:p>
            <a:pPr>
              <a:buNone/>
            </a:pPr>
            <a:endParaRPr lang="en-MY" sz="1400" dirty="0" smtClean="0"/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public function edit(Project $project) { 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return view(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'projects/edit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', compact('project')); </a:t>
            </a: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Modify 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MY" dirty="0" smtClean="0"/>
              <a:t>Update Function update()</a:t>
            </a:r>
          </a:p>
          <a:p>
            <a:endParaRPr lang="en-MY" sz="1600" dirty="0" smtClean="0"/>
          </a:p>
          <a:p>
            <a:pPr>
              <a:buNone/>
            </a:pP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public function 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update(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Request $request, Project $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project) 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{ </a:t>
            </a:r>
            <a:endParaRPr lang="en-US" sz="17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US" sz="17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validatedData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= $request-&gt;validate([ </a:t>
            </a:r>
            <a:endParaRPr lang="en-US" sz="17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'name' 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=&gt; 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'required|max:255',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'email' 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=&gt; 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'required', 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'age' 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=&gt; 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</a:t>
            </a:r>
            <a:r>
              <a:rPr lang="en-US" sz="17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required|numeric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',]); 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$project-&gt;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update($</a:t>
            </a:r>
            <a:r>
              <a:rPr lang="en-US" sz="17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validatedData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 </a:t>
            </a:r>
            <a:endParaRPr lang="en-US" sz="17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return 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redirect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('/projects')-&gt;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('success', 'Data updated');</a:t>
            </a:r>
          </a:p>
          <a:p>
            <a:pPr>
              <a:buNone/>
            </a:pP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MY" sz="16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MY" dirty="0" smtClean="0"/>
              <a:t>Update Function </a:t>
            </a:r>
            <a:r>
              <a:rPr lang="en-MY" dirty="0" smtClean="0"/>
              <a:t>destroy()</a:t>
            </a:r>
          </a:p>
          <a:p>
            <a:pPr>
              <a:buNone/>
            </a:pPr>
            <a:endParaRPr lang="en-MY" sz="1600" dirty="0" smtClean="0"/>
          </a:p>
          <a:p>
            <a:pPr>
              <a:buNone/>
            </a:pP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public function 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destroy(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Project $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project) 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$project-&gt;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delete(); </a:t>
            </a:r>
            <a:endParaRPr lang="en-US" sz="17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redirect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('/projects')-&gt;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en-US" sz="17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('success', 'Data deleted');</a:t>
            </a:r>
            <a:endParaRPr lang="en-US" sz="17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Create 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 smtClean="0"/>
              <a:t>Create folder projects inside </a:t>
            </a:r>
            <a:r>
              <a:rPr lang="en-MY" dirty="0" smtClean="0"/>
              <a:t>resources/views</a:t>
            </a:r>
            <a:endParaRPr lang="en-MY" dirty="0" smtClean="0"/>
          </a:p>
          <a:p>
            <a:r>
              <a:rPr lang="en-MY" dirty="0" smtClean="0"/>
              <a:t>Create 3 files inside resources/views/projects</a:t>
            </a:r>
          </a:p>
          <a:p>
            <a:pPr lvl="1"/>
            <a:r>
              <a:rPr lang="en-MY" dirty="0" err="1" smtClean="0"/>
              <a:t>create.blade.php</a:t>
            </a:r>
            <a:endParaRPr lang="en-MY" dirty="0" smtClean="0"/>
          </a:p>
          <a:p>
            <a:pPr lvl="1"/>
            <a:r>
              <a:rPr lang="en-MY" dirty="0" err="1" smtClean="0"/>
              <a:t>edit.blade.php</a:t>
            </a:r>
            <a:endParaRPr lang="en-MY" dirty="0" smtClean="0"/>
          </a:p>
          <a:p>
            <a:pPr lvl="1"/>
            <a:r>
              <a:rPr lang="en-MY" dirty="0" err="1" smtClean="0"/>
              <a:t>index.blade.php</a:t>
            </a:r>
            <a:endParaRPr lang="en-MY" dirty="0" smtClean="0"/>
          </a:p>
          <a:p>
            <a:r>
              <a:rPr lang="en-MY" dirty="0" smtClean="0"/>
              <a:t>Open Perak Technology </a:t>
            </a:r>
            <a:r>
              <a:rPr lang="en-MY" dirty="0" err="1" smtClean="0"/>
              <a:t>Github</a:t>
            </a:r>
            <a:r>
              <a:rPr lang="en-MY" dirty="0" smtClean="0"/>
              <a:t> Link:</a:t>
            </a:r>
          </a:p>
          <a:p>
            <a:pPr lvl="1"/>
            <a:r>
              <a:rPr lang="en-MY" dirty="0" smtClean="0">
                <a:hlinkClick r:id="rId2"/>
              </a:rPr>
              <a:t>https://github.com/peraktechnology/laravel</a:t>
            </a:r>
            <a:endParaRPr lang="en-US" dirty="0" smtClean="0"/>
          </a:p>
          <a:p>
            <a:r>
              <a:rPr lang="en-MY" dirty="0" smtClean="0"/>
              <a:t>Copy all content in 3 files</a:t>
            </a:r>
            <a:endParaRPr lang="en-MY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 smtClean="0"/>
              <a:t>Modify Route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 smtClean="0"/>
              <a:t>Edit routes\web.php</a:t>
            </a:r>
          </a:p>
          <a:p>
            <a:pPr>
              <a:buNone/>
            </a:pPr>
            <a:endParaRPr lang="en-MY" dirty="0" smtClean="0"/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Route::get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('/',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function () { 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return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view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('welcome'); </a:t>
            </a: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});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Route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::resource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('projects', '</a:t>
            </a:r>
            <a:r>
              <a:rPr lang="en-US" sz="16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ProjectController</a:t>
            </a:r>
            <a:r>
              <a:rPr lang="en-US" sz="16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');</a:t>
            </a:r>
            <a:endParaRPr lang="en-US" sz="16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Elania</a:t>
            </a:r>
            <a:r>
              <a:rPr lang="en-US" dirty="0" smtClean="0"/>
              <a:t>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 smtClean="0"/>
              <a:t>Any Question?</a:t>
            </a:r>
          </a:p>
          <a:p>
            <a:endParaRPr lang="en-MY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Website</a:t>
            </a:r>
            <a:r>
              <a:rPr lang="en-US" dirty="0" smtClean="0"/>
              <a:t>: https://elaniaresources.com</a:t>
            </a:r>
          </a:p>
          <a:p>
            <a:r>
              <a:rPr lang="en-US" dirty="0" smtClean="0"/>
              <a:t>Telegram: https://t.me/elaniaresources</a:t>
            </a:r>
          </a:p>
          <a:p>
            <a:r>
              <a:rPr lang="en-US" dirty="0" smtClean="0"/>
              <a:t>Telephone: 016-6323652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295</TotalTime>
  <Words>419</Words>
  <Application>Microsoft Office PowerPoint</Application>
  <PresentationFormat>On-screen Show (4:3)</PresentationFormat>
  <Paragraphs>158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Module</vt:lpstr>
      <vt:lpstr>Slide 1</vt:lpstr>
      <vt:lpstr>Laravel Essentials  Elania Resources 2nd July 2020 </vt:lpstr>
      <vt:lpstr>Elania Resources</vt:lpstr>
      <vt:lpstr>P3R4K</vt:lpstr>
      <vt:lpstr>Laravel</vt:lpstr>
      <vt:lpstr>MVC Framework</vt:lpstr>
      <vt:lpstr>Laravel Installation</vt:lpstr>
      <vt:lpstr>Configure Composer</vt:lpstr>
      <vt:lpstr>Create New Project</vt:lpstr>
      <vt:lpstr>Laravel Structure</vt:lpstr>
      <vt:lpstr>Create Migration</vt:lpstr>
      <vt:lpstr>Modify Model</vt:lpstr>
      <vt:lpstr>Modify Controller</vt:lpstr>
      <vt:lpstr>Modify Controller</vt:lpstr>
      <vt:lpstr>Modify Controller</vt:lpstr>
      <vt:lpstr>Create Views</vt:lpstr>
      <vt:lpstr>Modify Route</vt:lpstr>
      <vt:lpstr>Elania Resources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P3R4K</dc:title>
  <dc:creator>User</dc:creator>
  <cp:lastModifiedBy>User</cp:lastModifiedBy>
  <cp:revision>45</cp:revision>
  <dcterms:created xsi:type="dcterms:W3CDTF">2020-02-01T18:34:09Z</dcterms:created>
  <dcterms:modified xsi:type="dcterms:W3CDTF">2020-07-01T17:06:38Z</dcterms:modified>
</cp:coreProperties>
</file>